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50" r:id="rId13"/>
    <p:sldId id="349" r:id="rId14"/>
    <p:sldId id="346" r:id="rId15"/>
    <p:sldId id="347" r:id="rId16"/>
    <p:sldId id="348" r:id="rId17"/>
    <p:sldId id="342"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437B44-A48D-4B63-83EE-404740BA92D7}" v="13" dt="2026-10-07T15:31:49.73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033" autoAdjust="0"/>
  </p:normalViewPr>
  <p:slideViewPr>
    <p:cSldViewPr snapToGrid="0">
      <p:cViewPr varScale="1">
        <p:scale>
          <a:sx n="46" d="100"/>
          <a:sy n="46" d="100"/>
        </p:scale>
        <p:origin x="53" y="84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3MH1A4464" userId="d535f7e2-8158-47e3-92f2-8d2fb8d76222" providerId="ADAL" clId="{8757D9E0-1ECA-40B3-BFE3-C97FBDCB9FDF}"/>
    <pc:docChg chg="undo custSel addSld delSld modSld sldOrd">
      <pc:chgData name="23MH1A4464" userId="d535f7e2-8158-47e3-92f2-8d2fb8d76222" providerId="ADAL" clId="{8757D9E0-1ECA-40B3-BFE3-C97FBDCB9FDF}" dt="2026-10-07T15:32:09.515" v="809"/>
      <pc:docMkLst>
        <pc:docMk/>
      </pc:docMkLst>
      <pc:sldChg chg="addSp delSp modSp mod">
        <pc:chgData name="23MH1A4464" userId="d535f7e2-8158-47e3-92f2-8d2fb8d76222" providerId="ADAL" clId="{8757D9E0-1ECA-40B3-BFE3-C97FBDCB9FDF}" dt="2026-09-07T14:17:14.689" v="705" actId="1076"/>
        <pc:sldMkLst>
          <pc:docMk/>
          <pc:sldMk cId="3401748718" sldId="304"/>
        </pc:sldMkLst>
        <pc:picChg chg="add mod">
          <ac:chgData name="23MH1A4464" userId="d535f7e2-8158-47e3-92f2-8d2fb8d76222" providerId="ADAL" clId="{8757D9E0-1ECA-40B3-BFE3-C97FBDCB9FDF}" dt="2026-09-07T14:17:14.689" v="705" actId="1076"/>
          <ac:picMkLst>
            <pc:docMk/>
            <pc:sldMk cId="3401748718" sldId="304"/>
            <ac:picMk id="4" creationId="{E256AE57-C7BB-93BD-72A5-F7C6D9870910}"/>
          </ac:picMkLst>
        </pc:picChg>
      </pc:sldChg>
      <pc:sldChg chg="addSp delSp modSp mod">
        <pc:chgData name="23MH1A4464" userId="d535f7e2-8158-47e3-92f2-8d2fb8d76222" providerId="ADAL" clId="{8757D9E0-1ECA-40B3-BFE3-C97FBDCB9FDF}" dt="2026-10-07T15:16:50.797" v="720"/>
        <pc:sldMkLst>
          <pc:docMk/>
          <pc:sldMk cId="3696770303" sldId="315"/>
        </pc:sldMkLst>
        <pc:spChg chg="add del mod">
          <ac:chgData name="23MH1A4464" userId="d535f7e2-8158-47e3-92f2-8d2fb8d76222" providerId="ADAL" clId="{8757D9E0-1ECA-40B3-BFE3-C97FBDCB9FDF}" dt="2026-10-07T15:16:50.797" v="720"/>
          <ac:spMkLst>
            <pc:docMk/>
            <pc:sldMk cId="3696770303" sldId="315"/>
            <ac:spMk id="2" creationId="{9BAABC75-A5FE-384B-574F-14B20F1E3343}"/>
          </ac:spMkLst>
        </pc:spChg>
        <pc:spChg chg="mod">
          <ac:chgData name="23MH1A4464" userId="d535f7e2-8158-47e3-92f2-8d2fb8d76222" providerId="ADAL" clId="{8757D9E0-1ECA-40B3-BFE3-C97FBDCB9FDF}" dt="2026-10-07T15:16:44.371" v="717" actId="1076"/>
          <ac:spMkLst>
            <pc:docMk/>
            <pc:sldMk cId="3696770303" sldId="315"/>
            <ac:spMk id="7" creationId="{1C2ED556-008C-35D7-0CAB-CE625AD8622E}"/>
          </ac:spMkLst>
        </pc:spChg>
      </pc:sldChg>
      <pc:sldChg chg="modSp mod">
        <pc:chgData name="23MH1A4464" userId="d535f7e2-8158-47e3-92f2-8d2fb8d76222" providerId="ADAL" clId="{8757D9E0-1ECA-40B3-BFE3-C97FBDCB9FDF}" dt="2026-10-07T15:14:36.325" v="715" actId="27636"/>
        <pc:sldMkLst>
          <pc:docMk/>
          <pc:sldMk cId="3098548442" sldId="327"/>
        </pc:sldMkLst>
        <pc:spChg chg="mod">
          <ac:chgData name="23MH1A4464" userId="d535f7e2-8158-47e3-92f2-8d2fb8d76222" providerId="ADAL" clId="{8757D9E0-1ECA-40B3-BFE3-C97FBDCB9FDF}" dt="2026-10-07T15:14:36.325" v="715" actId="27636"/>
          <ac:spMkLst>
            <pc:docMk/>
            <pc:sldMk cId="3098548442" sldId="327"/>
            <ac:spMk id="2" creationId="{E46E4DD1-270B-4C80-AFF0-EB26F132AF36}"/>
          </ac:spMkLst>
        </pc:spChg>
      </pc:sldChg>
      <pc:sldChg chg="modSp mod">
        <pc:chgData name="23MH1A4464" userId="d535f7e2-8158-47e3-92f2-8d2fb8d76222" providerId="ADAL" clId="{8757D9E0-1ECA-40B3-BFE3-C97FBDCB9FDF}" dt="2026-10-07T15:17:07.466" v="724" actId="20577"/>
        <pc:sldMkLst>
          <pc:docMk/>
          <pc:sldMk cId="48075006" sldId="329"/>
        </pc:sldMkLst>
        <pc:spChg chg="mod">
          <ac:chgData name="23MH1A4464" userId="d535f7e2-8158-47e3-92f2-8d2fb8d76222" providerId="ADAL" clId="{8757D9E0-1ECA-40B3-BFE3-C97FBDCB9FDF}" dt="2026-10-07T15:17:07.466" v="724" actId="20577"/>
          <ac:spMkLst>
            <pc:docMk/>
            <pc:sldMk cId="48075006" sldId="329"/>
            <ac:spMk id="2" creationId="{664E3B60-2780-459A-8583-F095D5E7463A}"/>
          </ac:spMkLst>
        </pc:spChg>
      </pc:sldChg>
      <pc:sldChg chg="addSp delSp modSp mod">
        <pc:chgData name="23MH1A4464" userId="d535f7e2-8158-47e3-92f2-8d2fb8d76222" providerId="ADAL" clId="{8757D9E0-1ECA-40B3-BFE3-C97FBDCB9FDF}" dt="2026-10-07T13:25:41.080" v="709"/>
        <pc:sldMkLst>
          <pc:docMk/>
          <pc:sldMk cId="1604013440" sldId="338"/>
        </pc:sldMkLst>
        <pc:spChg chg="mod">
          <ac:chgData name="23MH1A4464" userId="d535f7e2-8158-47e3-92f2-8d2fb8d76222" providerId="ADAL" clId="{8757D9E0-1ECA-40B3-BFE3-C97FBDCB9FDF}" dt="2026-09-07T13:53:23.271" v="407" actId="1076"/>
          <ac:spMkLst>
            <pc:docMk/>
            <pc:sldMk cId="1604013440" sldId="338"/>
            <ac:spMk id="2" creationId="{7201737A-B873-4D1D-8A41-5ABF5184BC8F}"/>
          </ac:spMkLst>
        </pc:spChg>
        <pc:spChg chg="mod">
          <ac:chgData name="23MH1A4464" userId="d535f7e2-8158-47e3-92f2-8d2fb8d76222" providerId="ADAL" clId="{8757D9E0-1ECA-40B3-BFE3-C97FBDCB9FDF}" dt="2026-09-07T14:44:11.257" v="708" actId="1076"/>
          <ac:spMkLst>
            <pc:docMk/>
            <pc:sldMk cId="1604013440" sldId="338"/>
            <ac:spMk id="3" creationId="{17F04107-8754-E47D-3375-529E689711FA}"/>
          </ac:spMkLst>
        </pc:spChg>
        <pc:spChg chg="mod">
          <ac:chgData name="23MH1A4464" userId="d535f7e2-8158-47e3-92f2-8d2fb8d76222" providerId="ADAL" clId="{8757D9E0-1ECA-40B3-BFE3-C97FBDCB9FDF}" dt="2026-10-07T13:25:41.080" v="709"/>
          <ac:spMkLst>
            <pc:docMk/>
            <pc:sldMk cId="1604013440" sldId="338"/>
            <ac:spMk id="4" creationId="{92056599-CDAA-4367-BEF8-31D6E32518C8}"/>
          </ac:spMkLst>
        </pc:spChg>
      </pc:sldChg>
      <pc:sldChg chg="addSp delSp modSp mod ord">
        <pc:chgData name="23MH1A4464" userId="d535f7e2-8158-47e3-92f2-8d2fb8d76222" providerId="ADAL" clId="{8757D9E0-1ECA-40B3-BFE3-C97FBDCB9FDF}" dt="2026-10-07T15:32:09.515" v="809"/>
        <pc:sldMkLst>
          <pc:docMk/>
          <pc:sldMk cId="1086225493" sldId="339"/>
        </pc:sldMkLst>
        <pc:picChg chg="add del mod">
          <ac:chgData name="23MH1A4464" userId="d535f7e2-8158-47e3-92f2-8d2fb8d76222" providerId="ADAL" clId="{8757D9E0-1ECA-40B3-BFE3-C97FBDCB9FDF}" dt="2026-10-07T15:18:05.446" v="727" actId="478"/>
          <ac:picMkLst>
            <pc:docMk/>
            <pc:sldMk cId="1086225493" sldId="339"/>
            <ac:picMk id="2" creationId="{D64EA3F6-C8AA-616C-632E-1BEAB823E83F}"/>
          </ac:picMkLst>
        </pc:picChg>
        <pc:picChg chg="add del mod">
          <ac:chgData name="23MH1A4464" userId="d535f7e2-8158-47e3-92f2-8d2fb8d76222" providerId="ADAL" clId="{8757D9E0-1ECA-40B3-BFE3-C97FBDCB9FDF}" dt="2026-10-07T15:18:06.848" v="728" actId="478"/>
          <ac:picMkLst>
            <pc:docMk/>
            <pc:sldMk cId="1086225493" sldId="339"/>
            <ac:picMk id="3" creationId="{FE5BC963-3BFB-6430-30A5-F55619C91C49}"/>
          </ac:picMkLst>
        </pc:picChg>
        <pc:picChg chg="add mod">
          <ac:chgData name="23MH1A4464" userId="d535f7e2-8158-47e3-92f2-8d2fb8d76222" providerId="ADAL" clId="{8757D9E0-1ECA-40B3-BFE3-C97FBDCB9FDF}" dt="2026-10-07T15:18:32.851" v="733" actId="1076"/>
          <ac:picMkLst>
            <pc:docMk/>
            <pc:sldMk cId="1086225493" sldId="339"/>
            <ac:picMk id="6" creationId="{F83E6E72-F5DE-C1C9-BBCE-1230D527A725}"/>
          </ac:picMkLst>
        </pc:picChg>
      </pc:sldChg>
      <pc:sldChg chg="addSp delSp modSp mod">
        <pc:chgData name="23MH1A4464" userId="d535f7e2-8158-47e3-92f2-8d2fb8d76222" providerId="ADAL" clId="{8757D9E0-1ECA-40B3-BFE3-C97FBDCB9FDF}" dt="2026-10-07T15:18:59.822" v="738" actId="1076"/>
        <pc:sldMkLst>
          <pc:docMk/>
          <pc:sldMk cId="3849627828" sldId="340"/>
        </pc:sldMkLst>
        <pc:picChg chg="add del mod">
          <ac:chgData name="23MH1A4464" userId="d535f7e2-8158-47e3-92f2-8d2fb8d76222" providerId="ADAL" clId="{8757D9E0-1ECA-40B3-BFE3-C97FBDCB9FDF}" dt="2026-10-07T15:18:37.794" v="734" actId="478"/>
          <ac:picMkLst>
            <pc:docMk/>
            <pc:sldMk cId="3849627828" sldId="340"/>
            <ac:picMk id="2" creationId="{0CFD1F49-5578-27CD-BAFA-E919F11A3999}"/>
          </ac:picMkLst>
        </pc:picChg>
        <pc:picChg chg="add del mod">
          <ac:chgData name="23MH1A4464" userId="d535f7e2-8158-47e3-92f2-8d2fb8d76222" providerId="ADAL" clId="{8757D9E0-1ECA-40B3-BFE3-C97FBDCB9FDF}" dt="2026-10-07T15:18:40.537" v="735" actId="478"/>
          <ac:picMkLst>
            <pc:docMk/>
            <pc:sldMk cId="3849627828" sldId="340"/>
            <ac:picMk id="3" creationId="{792E80FE-20B4-299E-11C1-6F0C79AEBD8E}"/>
          </ac:picMkLst>
        </pc:picChg>
        <pc:picChg chg="add mod">
          <ac:chgData name="23MH1A4464" userId="d535f7e2-8158-47e3-92f2-8d2fb8d76222" providerId="ADAL" clId="{8757D9E0-1ECA-40B3-BFE3-C97FBDCB9FDF}" dt="2026-10-07T15:18:59.822" v="738" actId="1076"/>
          <ac:picMkLst>
            <pc:docMk/>
            <pc:sldMk cId="3849627828" sldId="340"/>
            <ac:picMk id="6" creationId="{C961F02E-959B-B483-585C-20D7F5967D19}"/>
          </ac:picMkLst>
        </pc:picChg>
      </pc:sldChg>
      <pc:sldChg chg="addSp delSp modSp del mod">
        <pc:chgData name="23MH1A4464" userId="d535f7e2-8158-47e3-92f2-8d2fb8d76222" providerId="ADAL" clId="{8757D9E0-1ECA-40B3-BFE3-C97FBDCB9FDF}" dt="2026-10-07T13:26:03.888" v="711" actId="47"/>
        <pc:sldMkLst>
          <pc:docMk/>
          <pc:sldMk cId="776828144" sldId="341"/>
        </pc:sldMkLst>
      </pc:sldChg>
      <pc:sldChg chg="modSp mod">
        <pc:chgData name="23MH1A4464" userId="d535f7e2-8158-47e3-92f2-8d2fb8d76222" providerId="ADAL" clId="{8757D9E0-1ECA-40B3-BFE3-C97FBDCB9FDF}" dt="2026-10-07T15:31:53.920" v="802" actId="1076"/>
        <pc:sldMkLst>
          <pc:docMk/>
          <pc:sldMk cId="3863610428" sldId="342"/>
        </pc:sldMkLst>
        <pc:spChg chg="mod">
          <ac:chgData name="23MH1A4464" userId="d535f7e2-8158-47e3-92f2-8d2fb8d76222" providerId="ADAL" clId="{8757D9E0-1ECA-40B3-BFE3-C97FBDCB9FDF}" dt="2026-10-07T15:31:52.412" v="801" actId="14100"/>
          <ac:spMkLst>
            <pc:docMk/>
            <pc:sldMk cId="3863610428" sldId="342"/>
            <ac:spMk id="3" creationId="{5F0B37E4-66B1-8633-7266-68B321742757}"/>
          </ac:spMkLst>
        </pc:spChg>
        <pc:picChg chg="mod">
          <ac:chgData name="23MH1A4464" userId="d535f7e2-8158-47e3-92f2-8d2fb8d76222" providerId="ADAL" clId="{8757D9E0-1ECA-40B3-BFE3-C97FBDCB9FDF}" dt="2026-10-07T15:31:53.920" v="802" actId="1076"/>
          <ac:picMkLst>
            <pc:docMk/>
            <pc:sldMk cId="3863610428" sldId="342"/>
            <ac:picMk id="6" creationId="{96A6E70D-70ED-C614-B8CC-6F78D09D556C}"/>
          </ac:picMkLst>
        </pc:picChg>
      </pc:sldChg>
      <pc:sldChg chg="del">
        <pc:chgData name="23MH1A4464" userId="d535f7e2-8158-47e3-92f2-8d2fb8d76222" providerId="ADAL" clId="{8757D9E0-1ECA-40B3-BFE3-C97FBDCB9FDF}" dt="2026-10-07T13:25:59.519" v="710" actId="47"/>
        <pc:sldMkLst>
          <pc:docMk/>
          <pc:sldMk cId="3962802212" sldId="343"/>
        </pc:sldMkLst>
      </pc:sldChg>
      <pc:sldChg chg="addSp delSp modSp mod">
        <pc:chgData name="23MH1A4464" userId="d535f7e2-8158-47e3-92f2-8d2fb8d76222" providerId="ADAL" clId="{8757D9E0-1ECA-40B3-BFE3-C97FBDCB9FDF}" dt="2026-10-07T15:19:16.229" v="743" actId="1076"/>
        <pc:sldMkLst>
          <pc:docMk/>
          <pc:sldMk cId="1698901770" sldId="344"/>
        </pc:sldMkLst>
        <pc:picChg chg="add mod">
          <ac:chgData name="23MH1A4464" userId="d535f7e2-8158-47e3-92f2-8d2fb8d76222" providerId="ADAL" clId="{8757D9E0-1ECA-40B3-BFE3-C97FBDCB9FDF}" dt="2026-10-07T15:19:16.229" v="743" actId="1076"/>
          <ac:picMkLst>
            <pc:docMk/>
            <pc:sldMk cId="1698901770" sldId="344"/>
            <ac:picMk id="2" creationId="{4265B9D7-B18B-A566-F404-2C9089E22E88}"/>
          </ac:picMkLst>
        </pc:picChg>
        <pc:picChg chg="add del mod">
          <ac:chgData name="23MH1A4464" userId="d535f7e2-8158-47e3-92f2-8d2fb8d76222" providerId="ADAL" clId="{8757D9E0-1ECA-40B3-BFE3-C97FBDCB9FDF}" dt="2026-10-07T15:19:10.750" v="739" actId="478"/>
          <ac:picMkLst>
            <pc:docMk/>
            <pc:sldMk cId="1698901770" sldId="344"/>
            <ac:picMk id="11" creationId="{80AF9BEB-B9C3-4E1D-0F36-705F9ABCACB5}"/>
          </ac:picMkLst>
        </pc:picChg>
        <pc:picChg chg="add del mod">
          <ac:chgData name="23MH1A4464" userId="d535f7e2-8158-47e3-92f2-8d2fb8d76222" providerId="ADAL" clId="{8757D9E0-1ECA-40B3-BFE3-C97FBDCB9FDF}" dt="2026-10-07T15:19:13.001" v="740" actId="478"/>
          <ac:picMkLst>
            <pc:docMk/>
            <pc:sldMk cId="1698901770" sldId="344"/>
            <ac:picMk id="12" creationId="{CDBF44DD-760C-A1D0-18A8-5E73140E31E0}"/>
          </ac:picMkLst>
        </pc:picChg>
      </pc:sldChg>
      <pc:sldChg chg="addSp delSp modSp del mod">
        <pc:chgData name="23MH1A4464" userId="d535f7e2-8158-47e3-92f2-8d2fb8d76222" providerId="ADAL" clId="{8757D9E0-1ECA-40B3-BFE3-C97FBDCB9FDF}" dt="2026-10-07T15:32:00.592" v="803" actId="47"/>
        <pc:sldMkLst>
          <pc:docMk/>
          <pc:sldMk cId="1903979828" sldId="345"/>
        </pc:sldMkLst>
        <pc:spChg chg="add del mod">
          <ac:chgData name="23MH1A4464" userId="d535f7e2-8158-47e3-92f2-8d2fb8d76222" providerId="ADAL" clId="{8757D9E0-1ECA-40B3-BFE3-C97FBDCB9FDF}" dt="2026-10-07T15:24:51.605" v="773" actId="47"/>
          <ac:spMkLst>
            <pc:docMk/>
            <pc:sldMk cId="1903979828" sldId="345"/>
            <ac:spMk id="3" creationId="{DABE584B-F59A-A45B-CEA9-34F4E693E8CF}"/>
          </ac:spMkLst>
        </pc:spChg>
        <pc:picChg chg="add del mod">
          <ac:chgData name="23MH1A4464" userId="d535f7e2-8158-47e3-92f2-8d2fb8d76222" providerId="ADAL" clId="{8757D9E0-1ECA-40B3-BFE3-C97FBDCB9FDF}" dt="2026-10-07T15:24:36.418" v="764" actId="478"/>
          <ac:picMkLst>
            <pc:docMk/>
            <pc:sldMk cId="1903979828" sldId="345"/>
            <ac:picMk id="2" creationId="{3DBDEEAF-E7C9-F899-E783-EE50DE0524AE}"/>
          </ac:picMkLst>
        </pc:picChg>
        <pc:picChg chg="add del mod">
          <ac:chgData name="23MH1A4464" userId="d535f7e2-8158-47e3-92f2-8d2fb8d76222" providerId="ADAL" clId="{8757D9E0-1ECA-40B3-BFE3-C97FBDCB9FDF}" dt="2026-10-07T15:19:19.110" v="744" actId="478"/>
          <ac:picMkLst>
            <pc:docMk/>
            <pc:sldMk cId="1903979828" sldId="345"/>
            <ac:picMk id="6" creationId="{778E10D5-4D31-95A2-AD4C-0D2191F3CBA7}"/>
          </ac:picMkLst>
        </pc:picChg>
        <pc:picChg chg="add del mod">
          <ac:chgData name="23MH1A4464" userId="d535f7e2-8158-47e3-92f2-8d2fb8d76222" providerId="ADAL" clId="{8757D9E0-1ECA-40B3-BFE3-C97FBDCB9FDF}" dt="2026-10-07T15:19:20.667" v="745" actId="478"/>
          <ac:picMkLst>
            <pc:docMk/>
            <pc:sldMk cId="1903979828" sldId="345"/>
            <ac:picMk id="9" creationId="{0B328A39-5856-F224-A100-9E9E5CF7D318}"/>
          </ac:picMkLst>
        </pc:picChg>
      </pc:sldChg>
      <pc:sldChg chg="addSp modSp add mod">
        <pc:chgData name="23MH1A4464" userId="d535f7e2-8158-47e3-92f2-8d2fb8d76222" providerId="ADAL" clId="{8757D9E0-1ECA-40B3-BFE3-C97FBDCB9FDF}" dt="2026-10-07T15:25:37.494" v="788" actId="1076"/>
        <pc:sldMkLst>
          <pc:docMk/>
          <pc:sldMk cId="1258002425" sldId="346"/>
        </pc:sldMkLst>
        <pc:picChg chg="add mod">
          <ac:chgData name="23MH1A4464" userId="d535f7e2-8158-47e3-92f2-8d2fb8d76222" providerId="ADAL" clId="{8757D9E0-1ECA-40B3-BFE3-C97FBDCB9FDF}" dt="2026-10-07T15:25:37.494" v="788" actId="1076"/>
          <ac:picMkLst>
            <pc:docMk/>
            <pc:sldMk cId="1258002425" sldId="346"/>
            <ac:picMk id="2" creationId="{15A92159-B34E-7B11-2815-20B573F2301E}"/>
          </ac:picMkLst>
        </pc:picChg>
      </pc:sldChg>
      <pc:sldChg chg="addSp delSp modSp del mod">
        <pc:chgData name="23MH1A4464" userId="d535f7e2-8158-47e3-92f2-8d2fb8d76222" providerId="ADAL" clId="{8757D9E0-1ECA-40B3-BFE3-C97FBDCB9FDF}" dt="2026-10-07T15:19:50.101" v="754" actId="47"/>
        <pc:sldMkLst>
          <pc:docMk/>
          <pc:sldMk cId="1421522261" sldId="346"/>
        </pc:sldMkLst>
      </pc:sldChg>
      <pc:sldChg chg="addSp modSp add mod">
        <pc:chgData name="23MH1A4464" userId="d535f7e2-8158-47e3-92f2-8d2fb8d76222" providerId="ADAL" clId="{8757D9E0-1ECA-40B3-BFE3-C97FBDCB9FDF}" dt="2026-10-07T15:25:54.127" v="793" actId="1076"/>
        <pc:sldMkLst>
          <pc:docMk/>
          <pc:sldMk cId="1743473331" sldId="347"/>
        </pc:sldMkLst>
        <pc:picChg chg="add mod">
          <ac:chgData name="23MH1A4464" userId="d535f7e2-8158-47e3-92f2-8d2fb8d76222" providerId="ADAL" clId="{8757D9E0-1ECA-40B3-BFE3-C97FBDCB9FDF}" dt="2026-10-07T15:25:54.127" v="793" actId="1076"/>
          <ac:picMkLst>
            <pc:docMk/>
            <pc:sldMk cId="1743473331" sldId="347"/>
            <ac:picMk id="2" creationId="{59845696-6270-26E3-592E-B4E96106BE08}"/>
          </ac:picMkLst>
        </pc:picChg>
      </pc:sldChg>
      <pc:sldChg chg="addSp delSp modSp add del mod ord">
        <pc:chgData name="23MH1A4464" userId="d535f7e2-8158-47e3-92f2-8d2fb8d76222" providerId="ADAL" clId="{8757D9E0-1ECA-40B3-BFE3-C97FBDCB9FDF}" dt="2026-10-07T15:19:44.442" v="753" actId="47"/>
        <pc:sldMkLst>
          <pc:docMk/>
          <pc:sldMk cId="3114588470" sldId="347"/>
        </pc:sldMkLst>
      </pc:sldChg>
      <pc:sldChg chg="addSp modSp add mod">
        <pc:chgData name="23MH1A4464" userId="d535f7e2-8158-47e3-92f2-8d2fb8d76222" providerId="ADAL" clId="{8757D9E0-1ECA-40B3-BFE3-C97FBDCB9FDF}" dt="2026-10-07T15:26:06.539" v="796" actId="1076"/>
        <pc:sldMkLst>
          <pc:docMk/>
          <pc:sldMk cId="1281441613" sldId="348"/>
        </pc:sldMkLst>
        <pc:picChg chg="add mod">
          <ac:chgData name="23MH1A4464" userId="d535f7e2-8158-47e3-92f2-8d2fb8d76222" providerId="ADAL" clId="{8757D9E0-1ECA-40B3-BFE3-C97FBDCB9FDF}" dt="2026-10-07T15:26:06.539" v="796" actId="1076"/>
          <ac:picMkLst>
            <pc:docMk/>
            <pc:sldMk cId="1281441613" sldId="348"/>
            <ac:picMk id="2" creationId="{5F6EEDA7-F035-AF7C-C9BE-785CB0DDA764}"/>
          </ac:picMkLst>
        </pc:picChg>
      </pc:sldChg>
      <pc:sldChg chg="addSp modSp add del mod">
        <pc:chgData name="23MH1A4464" userId="d535f7e2-8158-47e3-92f2-8d2fb8d76222" providerId="ADAL" clId="{8757D9E0-1ECA-40B3-BFE3-C97FBDCB9FDF}" dt="2026-10-07T15:19:59.251" v="759" actId="47"/>
        <pc:sldMkLst>
          <pc:docMk/>
          <pc:sldMk cId="2697586920" sldId="348"/>
        </pc:sldMkLst>
      </pc:sldChg>
      <pc:sldChg chg="addSp modSp add mod">
        <pc:chgData name="23MH1A4464" userId="d535f7e2-8158-47e3-92f2-8d2fb8d76222" providerId="ADAL" clId="{8757D9E0-1ECA-40B3-BFE3-C97FBDCB9FDF}" dt="2026-10-07T15:25:23.475" v="783" actId="1076"/>
        <pc:sldMkLst>
          <pc:docMk/>
          <pc:sldMk cId="56450270" sldId="349"/>
        </pc:sldMkLst>
        <pc:picChg chg="add mod">
          <ac:chgData name="23MH1A4464" userId="d535f7e2-8158-47e3-92f2-8d2fb8d76222" providerId="ADAL" clId="{8757D9E0-1ECA-40B3-BFE3-C97FBDCB9FDF}" dt="2026-10-07T15:25:23.475" v="783" actId="1076"/>
          <ac:picMkLst>
            <pc:docMk/>
            <pc:sldMk cId="56450270" sldId="349"/>
            <ac:picMk id="2" creationId="{5E32622C-26D1-C801-97FE-38B5628CF7DA}"/>
          </ac:picMkLst>
        </pc:picChg>
      </pc:sldChg>
      <pc:sldChg chg="addSp modSp add del mod">
        <pc:chgData name="23MH1A4464" userId="d535f7e2-8158-47e3-92f2-8d2fb8d76222" providerId="ADAL" clId="{8757D9E0-1ECA-40B3-BFE3-C97FBDCB9FDF}" dt="2026-10-07T15:19:55.451" v="756" actId="47"/>
        <pc:sldMkLst>
          <pc:docMk/>
          <pc:sldMk cId="2087804838" sldId="349"/>
        </pc:sldMkLst>
      </pc:sldChg>
      <pc:sldChg chg="addSp modSp add del mod">
        <pc:chgData name="23MH1A4464" userId="d535f7e2-8158-47e3-92f2-8d2fb8d76222" providerId="ADAL" clId="{8757D9E0-1ECA-40B3-BFE3-C97FBDCB9FDF}" dt="2026-10-07T15:19:52.111" v="755" actId="47"/>
        <pc:sldMkLst>
          <pc:docMk/>
          <pc:sldMk cId="2507175597" sldId="350"/>
        </pc:sldMkLst>
      </pc:sldChg>
      <pc:sldChg chg="addSp modSp add mod">
        <pc:chgData name="23MH1A4464" userId="d535f7e2-8158-47e3-92f2-8d2fb8d76222" providerId="ADAL" clId="{8757D9E0-1ECA-40B3-BFE3-C97FBDCB9FDF}" dt="2026-10-07T15:25:08.974" v="779" actId="14100"/>
        <pc:sldMkLst>
          <pc:docMk/>
          <pc:sldMk cId="2933976600" sldId="350"/>
        </pc:sldMkLst>
        <pc:picChg chg="add mod">
          <ac:chgData name="23MH1A4464" userId="d535f7e2-8158-47e3-92f2-8d2fb8d76222" providerId="ADAL" clId="{8757D9E0-1ECA-40B3-BFE3-C97FBDCB9FDF}" dt="2026-10-07T15:25:08.974" v="779" actId="14100"/>
          <ac:picMkLst>
            <pc:docMk/>
            <pc:sldMk cId="2933976600" sldId="350"/>
            <ac:picMk id="2" creationId="{81412C43-F51F-1051-E5E7-445613FC1AD3}"/>
          </ac:picMkLst>
        </pc:picChg>
      </pc:sldChg>
      <pc:sldChg chg="addSp modSp add del mod">
        <pc:chgData name="23MH1A4464" userId="d535f7e2-8158-47e3-92f2-8d2fb8d76222" providerId="ADAL" clId="{8757D9E0-1ECA-40B3-BFE3-C97FBDCB9FDF}" dt="2026-10-07T15:19:58.240" v="758" actId="47"/>
        <pc:sldMkLst>
          <pc:docMk/>
          <pc:sldMk cId="124562387" sldId="351"/>
        </pc:sldMkLst>
      </pc:sldChg>
      <pc:sldChg chg="addSp modSp add del mod">
        <pc:chgData name="23MH1A4464" userId="d535f7e2-8158-47e3-92f2-8d2fb8d76222" providerId="ADAL" clId="{8757D9E0-1ECA-40B3-BFE3-C97FBDCB9FDF}" dt="2026-10-07T15:19:57.015" v="757" actId="47"/>
        <pc:sldMkLst>
          <pc:docMk/>
          <pc:sldMk cId="2529562773" sldId="352"/>
        </pc:sldMkLst>
      </pc:sldChg>
      <pc:sldChg chg="addSp modSp add del mod ord">
        <pc:chgData name="23MH1A4464" userId="d535f7e2-8158-47e3-92f2-8d2fb8d76222" providerId="ADAL" clId="{8757D9E0-1ECA-40B3-BFE3-C97FBDCB9FDF}" dt="2026-10-07T15:20:06.290" v="763" actId="47"/>
        <pc:sldMkLst>
          <pc:docMk/>
          <pc:sldMk cId="258482656" sldId="353"/>
        </pc:sldMkLst>
      </pc:sldChg>
      <pc:sldChg chg="addSp modSp add del mod">
        <pc:chgData name="23MH1A4464" userId="d535f7e2-8158-47e3-92f2-8d2fb8d76222" providerId="ADAL" clId="{8757D9E0-1ECA-40B3-BFE3-C97FBDCB9FDF}" dt="2026-10-07T15:20:00.808" v="761" actId="47"/>
        <pc:sldMkLst>
          <pc:docMk/>
          <pc:sldMk cId="2729562317" sldId="355"/>
        </pc:sldMkLst>
      </pc:sldChg>
      <pc:sldChg chg="addSp modSp add del mod">
        <pc:chgData name="23MH1A4464" userId="d535f7e2-8158-47e3-92f2-8d2fb8d76222" providerId="ADAL" clId="{8757D9E0-1ECA-40B3-BFE3-C97FBDCB9FDF}" dt="2026-10-07T15:20:00.105" v="760" actId="47"/>
        <pc:sldMkLst>
          <pc:docMk/>
          <pc:sldMk cId="2784151027" sldId="356"/>
        </pc:sldMkLst>
      </pc:sldChg>
      <pc:sldChg chg="addSp modSp add del mod">
        <pc:chgData name="23MH1A4464" userId="d535f7e2-8158-47e3-92f2-8d2fb8d76222" providerId="ADAL" clId="{8757D9E0-1ECA-40B3-BFE3-C97FBDCB9FDF}" dt="2026-10-07T13:26:08.206" v="713" actId="47"/>
        <pc:sldMkLst>
          <pc:docMk/>
          <pc:sldMk cId="2914939321" sldId="357"/>
        </pc:sldMkLst>
      </pc:sldChg>
      <pc:sldChg chg="addSp modSp add del mod">
        <pc:chgData name="23MH1A4464" userId="d535f7e2-8158-47e3-92f2-8d2fb8d76222" providerId="ADAL" clId="{8757D9E0-1ECA-40B3-BFE3-C97FBDCB9FDF}" dt="2026-10-07T13:26:06.796" v="712" actId="47"/>
        <pc:sldMkLst>
          <pc:docMk/>
          <pc:sldMk cId="4026292265" sldId="358"/>
        </pc:sldMkLst>
      </pc:sldChg>
      <pc:sldChg chg="addSp delSp modSp add del mod">
        <pc:chgData name="23MH1A4464" userId="d535f7e2-8158-47e3-92f2-8d2fb8d76222" providerId="ADAL" clId="{8757D9E0-1ECA-40B3-BFE3-C97FBDCB9FDF}" dt="2026-10-07T15:20:01.390" v="762" actId="47"/>
        <pc:sldMkLst>
          <pc:docMk/>
          <pc:sldMk cId="2958998078" sldId="3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80124" y="3692255"/>
            <a:ext cx="5518038" cy="743449"/>
          </a:xfrm>
        </p:spPr>
        <p:txBody>
          <a:bodyPr vert="horz" lIns="91440" tIns="45720" rIns="91440" bIns="45720" rtlCol="0" anchor="t">
            <a:noAutofit/>
          </a:bodyPr>
          <a:lstStyle/>
          <a:p>
            <a:r>
              <a:rPr lang="en-US" b="0" dirty="0">
                <a:solidFill>
                  <a:schemeClr val="tx1"/>
                </a:solidFill>
              </a:rPr>
              <a:t>Yedla Sravanthi </a:t>
            </a:r>
          </a:p>
          <a:p>
            <a:r>
              <a:rPr lang="en-US" b="0" dirty="0">
                <a:solidFill>
                  <a:schemeClr val="tx1"/>
                </a:solidFill>
              </a:rPr>
              <a:t>Aditya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11454"/>
            <a:ext cx="7308640" cy="980801"/>
          </a:xfrm>
        </p:spPr>
        <p:txBody>
          <a:bodyPr>
            <a:normAutofit fontScale="90000"/>
          </a:bodyPr>
          <a:lstStyle/>
          <a:p>
            <a:r>
              <a:rPr lang="en-GB" sz="3200" dirty="0"/>
              <a:t>Project Title -</a:t>
            </a:r>
            <a:r>
              <a:rPr lang="en-IN" sz="3200" dirty="0"/>
              <a:t>Healthcare Analytics for Doctor Visits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0124" y="4673056"/>
            <a:ext cx="5620676" cy="369332"/>
          </a:xfrm>
          <a:prstGeom prst="rect">
            <a:avLst/>
          </a:prstGeom>
          <a:noFill/>
        </p:spPr>
        <p:txBody>
          <a:bodyPr wrap="square" rtlCol="0">
            <a:spAutoFit/>
          </a:bodyPr>
          <a:lstStyle/>
          <a:p>
            <a:r>
              <a:rPr lang="en-US" b="1" dirty="0"/>
              <a:t>AICTE STU ID : STU678b85e34eb41736751198</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799356"/>
            <a:ext cx="6431280" cy="3607987"/>
          </a:xfrm>
        </p:spPr>
        <p:txBody>
          <a:bodyPr vert="horz" lIns="91440" tIns="45720" rIns="91440" bIns="45720" rtlCol="0" anchor="t">
            <a:normAutofit fontScale="62500" lnSpcReduction="20000"/>
          </a:bodyPr>
          <a:lstStyle/>
          <a:p>
            <a:pPr marL="0" indent="0">
              <a:buNone/>
            </a:pPr>
            <a:endParaRPr lang="en-IN" sz="2800" b="1" dirty="0"/>
          </a:p>
          <a:p>
            <a:r>
              <a:rPr lang="en-IN" sz="2800" dirty="0"/>
              <a:t>People may visit doctors at different frequencies depending on their health conditions, illness, age, income, activity limitations, and chronic health conditions.</a:t>
            </a:r>
          </a:p>
          <a:p>
            <a:r>
              <a:rPr lang="en-IN" sz="2800" dirty="0"/>
              <a:t>The objective of this project is to </a:t>
            </a:r>
            <a:r>
              <a:rPr lang="en-IN" sz="2800" dirty="0" err="1"/>
              <a:t>analyze</a:t>
            </a:r>
            <a:r>
              <a:rPr lang="en-IN" sz="2800" dirty="0"/>
              <a:t> the healthcare dataset and identify patterns associated with the number of doctor visits. The analysis will examine factors such as health condition, illness, socioeconomic background, healthcare support, and chronic conditions to understand how they relate to healthcare utilization.</a:t>
            </a:r>
          </a:p>
          <a:p>
            <a:r>
              <a:rPr lang="en-IN" sz="2800" dirty="0"/>
              <a:t>The project aims to answer the key question: </a:t>
            </a:r>
            <a:r>
              <a:rPr lang="en-IN" sz="2800" b="1" dirty="0"/>
              <a:t>Why do some people visit a doctor more often than others?</a:t>
            </a:r>
            <a:endParaRPr lang="en-IN" sz="28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sz="44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1C2ED556-008C-35D7-0CAB-CE625AD8622E}"/>
              </a:ext>
            </a:extLst>
          </p:cNvPr>
          <p:cNvSpPr txBox="1"/>
          <p:nvPr/>
        </p:nvSpPr>
        <p:spPr>
          <a:xfrm>
            <a:off x="675957" y="2160866"/>
            <a:ext cx="7551031" cy="3139321"/>
          </a:xfrm>
          <a:prstGeom prst="rect">
            <a:avLst/>
          </a:prstGeom>
          <a:noFill/>
        </p:spPr>
        <p:txBody>
          <a:bodyPr wrap="square">
            <a:spAutoFit/>
          </a:bodyPr>
          <a:lstStyle/>
          <a:p>
            <a:r>
              <a:rPr lang="en-IN" dirty="0"/>
              <a:t>Healthcare Analytics for Doctor Visits is a data analytics project focused on understanding patterns in healthcare utilization. The dataset contains 5,190 records and 13 columns, including age, gender, income, illness, health condition, reduced activity, healthcare support, and chronic conditions. The project </a:t>
            </a:r>
            <a:r>
              <a:rPr lang="en-IN" dirty="0" err="1"/>
              <a:t>analyzes</a:t>
            </a:r>
            <a:r>
              <a:rPr lang="en-IN" dirty="0"/>
              <a:t> these factors to identify patterns associated with the number of doctor visits. Data preprocessing, exploratory analysis, statistical methods, and visualizations are used to examine relationships within the dataset. The analysis aims to understand why some individuals visit doctors more often than others and provides a data-driven understanding of healthcare utilization patterns.</a:t>
            </a:r>
            <a:endParaRPr lang="en-US" dirty="0">
              <a:solidFill>
                <a:schemeClr val="tx1">
                  <a:lumMod val="75000"/>
                  <a:lumOff val="25000"/>
                </a:schemeClr>
              </a:solidFill>
            </a:endParaRP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2186781"/>
            <a:ext cx="7904481" cy="3990023"/>
          </a:xfrm>
        </p:spPr>
        <p:txBody>
          <a:bodyPr>
            <a:normAutofit fontScale="55000" lnSpcReduction="20000"/>
          </a:bodyPr>
          <a:lstStyle/>
          <a:p>
            <a:r>
              <a:rPr lang="en-IN" sz="3600" b="1" dirty="0"/>
              <a:t>Healthcare Administrators</a:t>
            </a:r>
            <a:r>
              <a:rPr lang="en-IN" sz="3600" dirty="0"/>
              <a:t> – To understand patterns in doctor visits and healthcare utilization.</a:t>
            </a:r>
          </a:p>
          <a:p>
            <a:r>
              <a:rPr lang="en-IN" sz="3600" b="1" dirty="0"/>
              <a:t>Doctors &amp; Healthcare Professionals</a:t>
            </a:r>
            <a:r>
              <a:rPr lang="en-IN" sz="3600" dirty="0"/>
              <a:t> – To understand how health conditions and illnesses are associated with doctor visits.</a:t>
            </a:r>
          </a:p>
          <a:p>
            <a:r>
              <a:rPr lang="en-IN" sz="3600" b="1" dirty="0"/>
              <a:t>Healthcare Organizations</a:t>
            </a:r>
            <a:r>
              <a:rPr lang="en-IN" sz="3600" dirty="0"/>
              <a:t> – To </a:t>
            </a:r>
            <a:r>
              <a:rPr lang="en-IN" sz="3600" dirty="0" err="1"/>
              <a:t>analyze</a:t>
            </a:r>
            <a:r>
              <a:rPr lang="en-IN" sz="3600" dirty="0"/>
              <a:t> healthcare usage patterns and support planning.</a:t>
            </a:r>
          </a:p>
          <a:p>
            <a:r>
              <a:rPr lang="en-IN" sz="3600" b="1" dirty="0"/>
              <a:t>Researchers &amp; Data Analysts</a:t>
            </a:r>
            <a:r>
              <a:rPr lang="en-IN" sz="3600" dirty="0"/>
              <a:t> – To study relationships between demographic, financial, and health-related factors.</a:t>
            </a:r>
          </a:p>
          <a:p>
            <a:r>
              <a:rPr lang="en-IN" sz="3600" b="1" dirty="0"/>
              <a:t>Students &amp; Academics</a:t>
            </a:r>
            <a:r>
              <a:rPr lang="en-IN" sz="3600" dirty="0"/>
              <a:t> – To learn and demonstrate how healthcare data can be </a:t>
            </a:r>
            <a:r>
              <a:rPr lang="en-IN" sz="3600" dirty="0" err="1"/>
              <a:t>analyzed</a:t>
            </a:r>
            <a:r>
              <a:rPr lang="en-IN" sz="3600" dirty="0"/>
              <a:t> using data analytics and visualization.</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898365"/>
            <a:ext cx="6558033" cy="802641"/>
          </a:xfrm>
        </p:spPr>
        <p:txBody>
          <a:bodyPr>
            <a:noAutofit/>
          </a:bodyPr>
          <a:lstStyle/>
          <a:p>
            <a:r>
              <a:rPr lang="en-US" sz="4000" dirty="0"/>
              <a:t>WHO ARE THE END USERS?</a:t>
            </a:r>
            <a:endParaRPr lang="en-IN" sz="4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98059" y="1281302"/>
            <a:ext cx="7203981" cy="4327017"/>
          </a:xfrm>
        </p:spPr>
        <p:txBody>
          <a:bodyPr>
            <a:normAutofit fontScale="85000" lnSpcReduction="20000"/>
          </a:bodyPr>
          <a:lstStyle/>
          <a:p>
            <a:pPr marL="0" indent="0">
              <a:buNone/>
            </a:pPr>
            <a:endParaRPr lang="en-US" b="1" dirty="0"/>
          </a:p>
          <a:p>
            <a:pPr lvl="0"/>
            <a:r>
              <a:rPr lang="en-US" b="1" dirty="0"/>
              <a:t>Python</a:t>
            </a:r>
            <a:r>
              <a:rPr lang="en-US" dirty="0"/>
              <a:t> – Data analysis and statistical computation</a:t>
            </a:r>
          </a:p>
          <a:p>
            <a:pPr lvl="0"/>
            <a:r>
              <a:rPr lang="en-US" b="1" dirty="0"/>
              <a:t>Jupyter Notebook</a:t>
            </a:r>
            <a:r>
              <a:rPr lang="en-US" dirty="0"/>
              <a:t> – Development and analysis environment</a:t>
            </a:r>
          </a:p>
          <a:p>
            <a:pPr lvl="0"/>
            <a:r>
              <a:rPr lang="en-US" b="1" dirty="0"/>
              <a:t>Pandas</a:t>
            </a:r>
            <a:r>
              <a:rPr lang="en-US" dirty="0"/>
              <a:t> – Data cleaning, manipulation, and analysis</a:t>
            </a:r>
          </a:p>
          <a:p>
            <a:pPr lvl="0"/>
            <a:r>
              <a:rPr lang="en-US" b="1" dirty="0"/>
              <a:t>NumPy</a:t>
            </a:r>
            <a:r>
              <a:rPr lang="en-US" dirty="0"/>
              <a:t> – Numerical and statistical operations</a:t>
            </a:r>
          </a:p>
          <a:p>
            <a:pPr lvl="0"/>
            <a:r>
              <a:rPr lang="en-US" b="1" dirty="0"/>
              <a:t>Matplotlib</a:t>
            </a:r>
            <a:r>
              <a:rPr lang="en-US" dirty="0"/>
              <a:t> – Data visualization</a:t>
            </a:r>
          </a:p>
          <a:p>
            <a:pPr lvl="0"/>
            <a:r>
              <a:rPr lang="en-US" b="1" dirty="0"/>
              <a:t>Seaborn</a:t>
            </a:r>
            <a:r>
              <a:rPr lang="en-US" dirty="0"/>
              <a:t> – Statistical charts and heatmaps</a:t>
            </a:r>
          </a:p>
          <a:p>
            <a:pPr lvl="0"/>
            <a:r>
              <a:rPr lang="en-US" b="1" dirty="0"/>
              <a:t>SciPy</a:t>
            </a:r>
            <a:r>
              <a:rPr lang="en-US" dirty="0"/>
              <a:t> – Statistical analysis, including ANOVA</a:t>
            </a:r>
          </a:p>
          <a:p>
            <a:pPr lvl="0"/>
            <a:r>
              <a:rPr lang="en-US" b="1" dirty="0"/>
              <a:t>Microsoft Excel</a:t>
            </a:r>
            <a:r>
              <a:rPr lang="en-US" dirty="0"/>
              <a:t> – Dataset storage and initial data handling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83E6E72-F5DE-C1C9-BBCE-1230D527A725}"/>
              </a:ext>
            </a:extLst>
          </p:cNvPr>
          <p:cNvPicPr>
            <a:picLocks noChangeAspect="1"/>
          </p:cNvPicPr>
          <p:nvPr/>
        </p:nvPicPr>
        <p:blipFill>
          <a:blip r:embed="rId3"/>
          <a:stretch>
            <a:fillRect/>
          </a:stretch>
        </p:blipFill>
        <p:spPr>
          <a:xfrm>
            <a:off x="830649" y="1669104"/>
            <a:ext cx="9017890" cy="3595435"/>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961F02E-959B-B483-585C-20D7F5967D19}"/>
              </a:ext>
            </a:extLst>
          </p:cNvPr>
          <p:cNvPicPr>
            <a:picLocks noChangeAspect="1"/>
          </p:cNvPicPr>
          <p:nvPr/>
        </p:nvPicPr>
        <p:blipFill>
          <a:blip r:embed="rId3"/>
          <a:stretch>
            <a:fillRect/>
          </a:stretch>
        </p:blipFill>
        <p:spPr>
          <a:xfrm>
            <a:off x="2422301" y="1608410"/>
            <a:ext cx="5266954" cy="4160528"/>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265B9D7-B18B-A566-F404-2C9089E22E88}"/>
              </a:ext>
            </a:extLst>
          </p:cNvPr>
          <p:cNvPicPr>
            <a:picLocks noChangeAspect="1"/>
          </p:cNvPicPr>
          <p:nvPr/>
        </p:nvPicPr>
        <p:blipFill>
          <a:blip r:embed="rId3"/>
          <a:stretch>
            <a:fillRect/>
          </a:stretch>
        </p:blipFill>
        <p:spPr>
          <a:xfrm>
            <a:off x="2504597" y="1571529"/>
            <a:ext cx="5184658" cy="4160528"/>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E0A1-8D51-11F9-7039-9A70AAAD0B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D42630-B96E-0DE8-F813-82DE5B64C00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8A26F04-90C3-F75B-67E2-5FA58207A4C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3952B98-CB58-CD8F-EDC4-7C9FC6EFCD3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F61B09-F712-71FD-D7D4-0FE100A405F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1412C43-F51F-1051-E5E7-445613FC1AD3}"/>
              </a:ext>
            </a:extLst>
          </p:cNvPr>
          <p:cNvPicPr>
            <a:picLocks noChangeAspect="1"/>
          </p:cNvPicPr>
          <p:nvPr/>
        </p:nvPicPr>
        <p:blipFill>
          <a:blip r:embed="rId3"/>
          <a:stretch>
            <a:fillRect/>
          </a:stretch>
        </p:blipFill>
        <p:spPr>
          <a:xfrm>
            <a:off x="1294284" y="1608410"/>
            <a:ext cx="7735839" cy="4426630"/>
          </a:xfrm>
          <a:prstGeom prst="rect">
            <a:avLst/>
          </a:prstGeom>
        </p:spPr>
      </p:pic>
    </p:spTree>
    <p:extLst>
      <p:ext uri="{BB962C8B-B14F-4D97-AF65-F5344CB8AC3E}">
        <p14:creationId xmlns:p14="http://schemas.microsoft.com/office/powerpoint/2010/main" val="2933976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8231D-0D67-602D-ADF0-21B32A48BC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6A373F-2AEC-19D7-7325-74E96A01E44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4863A1D-CE78-3EAA-C3E6-F14219DF26E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9EADBD-4E18-2950-2855-AE365F3D8AE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5256673-56AF-25BB-219F-CAC8D4EA3C3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5E32622C-26D1-C801-97FE-38B5628CF7DA}"/>
              </a:ext>
            </a:extLst>
          </p:cNvPr>
          <p:cNvPicPr>
            <a:picLocks noChangeAspect="1"/>
          </p:cNvPicPr>
          <p:nvPr/>
        </p:nvPicPr>
        <p:blipFill>
          <a:blip r:embed="rId3"/>
          <a:stretch>
            <a:fillRect/>
          </a:stretch>
        </p:blipFill>
        <p:spPr>
          <a:xfrm>
            <a:off x="1018716" y="1463040"/>
            <a:ext cx="7854712" cy="4437754"/>
          </a:xfrm>
          <a:prstGeom prst="rect">
            <a:avLst/>
          </a:prstGeom>
        </p:spPr>
      </p:pic>
    </p:spTree>
    <p:extLst>
      <p:ext uri="{BB962C8B-B14F-4D97-AF65-F5344CB8AC3E}">
        <p14:creationId xmlns:p14="http://schemas.microsoft.com/office/powerpoint/2010/main" val="56450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F1EF1-FE77-4B6E-D448-D1916D2F89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82FB00-64F8-85F7-AD2E-AB49FD52B84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9EA699-31D5-04D1-12CC-A98155FFF98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1A9F233-FFF7-9905-207F-A5E23229D50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AB9C3E7-EF35-604A-326A-03D91DF0506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5A92159-B34E-7B11-2815-20B573F2301E}"/>
              </a:ext>
            </a:extLst>
          </p:cNvPr>
          <p:cNvPicPr>
            <a:picLocks noChangeAspect="1"/>
          </p:cNvPicPr>
          <p:nvPr/>
        </p:nvPicPr>
        <p:blipFill>
          <a:blip r:embed="rId3"/>
          <a:stretch>
            <a:fillRect/>
          </a:stretch>
        </p:blipFill>
        <p:spPr>
          <a:xfrm>
            <a:off x="1511796" y="1608410"/>
            <a:ext cx="7015663" cy="4545962"/>
          </a:xfrm>
          <a:prstGeom prst="rect">
            <a:avLst/>
          </a:prstGeom>
        </p:spPr>
      </p:pic>
    </p:spTree>
    <p:extLst>
      <p:ext uri="{BB962C8B-B14F-4D97-AF65-F5344CB8AC3E}">
        <p14:creationId xmlns:p14="http://schemas.microsoft.com/office/powerpoint/2010/main" val="1258002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289B-926B-1F28-E25A-4A5447A28C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334B27-5022-65CE-C8A6-B0797DCA333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9A6AF4-B22B-3599-60A7-432D77C78C7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16940B4-7148-EF5C-ADB7-A2AFE26A609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3B4B11F-8F33-6B7C-8A93-ABF23A28F41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59845696-6270-26E3-592E-B4E96106BE08}"/>
              </a:ext>
            </a:extLst>
          </p:cNvPr>
          <p:cNvPicPr>
            <a:picLocks noChangeAspect="1"/>
          </p:cNvPicPr>
          <p:nvPr/>
        </p:nvPicPr>
        <p:blipFill>
          <a:blip r:embed="rId3"/>
          <a:stretch>
            <a:fillRect/>
          </a:stretch>
        </p:blipFill>
        <p:spPr>
          <a:xfrm>
            <a:off x="928525" y="1275371"/>
            <a:ext cx="7735839" cy="4673822"/>
          </a:xfrm>
          <a:prstGeom prst="rect">
            <a:avLst/>
          </a:prstGeom>
        </p:spPr>
      </p:pic>
    </p:spTree>
    <p:extLst>
      <p:ext uri="{BB962C8B-B14F-4D97-AF65-F5344CB8AC3E}">
        <p14:creationId xmlns:p14="http://schemas.microsoft.com/office/powerpoint/2010/main" val="174347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323D-AE5D-9505-9D95-F09409E173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E02EC2-4B76-0C87-25ED-8DE19182BA3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09202E-703C-F414-FFA4-F60F50E54EA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368D3B1-C82D-0064-ED8D-049E287DA1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D085352-8519-5EBC-4AB2-822DBCB09E3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5F6EEDA7-F035-AF7C-C9BE-785CB0DDA764}"/>
              </a:ext>
            </a:extLst>
          </p:cNvPr>
          <p:cNvPicPr>
            <a:picLocks noChangeAspect="1"/>
          </p:cNvPicPr>
          <p:nvPr/>
        </p:nvPicPr>
        <p:blipFill>
          <a:blip r:embed="rId3"/>
          <a:stretch>
            <a:fillRect/>
          </a:stretch>
        </p:blipFill>
        <p:spPr>
          <a:xfrm>
            <a:off x="2166778" y="1275371"/>
            <a:ext cx="5663668" cy="5174673"/>
          </a:xfrm>
          <a:prstGeom prst="rect">
            <a:avLst/>
          </a:prstGeom>
        </p:spPr>
      </p:pic>
    </p:spTree>
    <p:extLst>
      <p:ext uri="{BB962C8B-B14F-4D97-AF65-F5344CB8AC3E}">
        <p14:creationId xmlns:p14="http://schemas.microsoft.com/office/powerpoint/2010/main" val="1281441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97289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018816" y="2497325"/>
            <a:ext cx="6512515" cy="646331"/>
          </a:xfrm>
          <a:prstGeom prst="rect">
            <a:avLst/>
          </a:prstGeom>
          <a:noFill/>
        </p:spPr>
        <p:txBody>
          <a:bodyPr wrap="square">
            <a:spAutoFit/>
          </a:bodyPr>
          <a:lstStyle/>
          <a:p>
            <a:r>
              <a:rPr lang="en-US" dirty="0"/>
              <a:t>https://github.com/Ysravanthi15/Health-Care-Analytics-For-Doctor-Visits</a:t>
            </a:r>
          </a:p>
        </p:txBody>
      </p:sp>
      <p:pic>
        <p:nvPicPr>
          <p:cNvPr id="6" name="Picture 5">
            <a:extLst>
              <a:ext uri="{FF2B5EF4-FFF2-40B4-BE49-F238E27FC236}">
                <a16:creationId xmlns:a16="http://schemas.microsoft.com/office/drawing/2014/main" id="{96A6E70D-70ED-C614-B8CC-6F78D09D556C}"/>
              </a:ext>
            </a:extLst>
          </p:cNvPr>
          <p:cNvPicPr>
            <a:picLocks noChangeAspect="1"/>
          </p:cNvPicPr>
          <p:nvPr/>
        </p:nvPicPr>
        <p:blipFill>
          <a:blip r:embed="rId3"/>
          <a:stretch>
            <a:fillRect/>
          </a:stretch>
        </p:blipFill>
        <p:spPr>
          <a:xfrm>
            <a:off x="7531331" y="1559346"/>
            <a:ext cx="2405626" cy="3461115"/>
          </a:xfrm>
          <a:prstGeom prst="rect">
            <a:avLst/>
          </a:prstGeom>
        </p:spPr>
      </p:pic>
    </p:spTree>
    <p:extLst>
      <p:ext uri="{BB962C8B-B14F-4D97-AF65-F5344CB8AC3E}">
        <p14:creationId xmlns:p14="http://schemas.microsoft.com/office/powerpoint/2010/main" val="386361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4" name="Picture 3">
            <a:extLst>
              <a:ext uri="{FF2B5EF4-FFF2-40B4-BE49-F238E27FC236}">
                <a16:creationId xmlns:a16="http://schemas.microsoft.com/office/drawing/2014/main" id="{E256AE57-C7BB-93BD-72A5-F7C6D9870910}"/>
              </a:ext>
            </a:extLst>
          </p:cNvPr>
          <p:cNvPicPr>
            <a:picLocks noChangeAspect="1"/>
          </p:cNvPicPr>
          <p:nvPr/>
        </p:nvPicPr>
        <p:blipFill>
          <a:blip r:embed="rId3"/>
          <a:stretch>
            <a:fillRect/>
          </a:stretch>
        </p:blipFill>
        <p:spPr>
          <a:xfrm>
            <a:off x="2868973" y="1120370"/>
            <a:ext cx="5081109" cy="463019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1616</TotalTime>
  <Words>401</Words>
  <Application>Microsoft Office PowerPoint</Application>
  <PresentationFormat>Widescreen</PresentationFormat>
  <Paragraphs>40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-Healthcare Analytics for Doctor Visits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23MH1A4464</cp:lastModifiedBy>
  <cp:revision>99</cp:revision>
  <dcterms:created xsi:type="dcterms:W3CDTF">2021-07-11T13:13:15Z</dcterms:created>
  <dcterms:modified xsi:type="dcterms:W3CDTF">2026-10-07T15:32:12Z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